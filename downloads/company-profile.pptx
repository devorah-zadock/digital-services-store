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F5C4E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1F5C4E">
              <a:alpha val="4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0058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החברה שלך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i="1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פרופיל חברה | פתרונות מקצועיים שמניבים תוצאות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C4B8"/>
                </a:solidFill>
              </a:rPr>
              <a:t>תבנית מצגת עסקית — ניתנת להתאמה מלאה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5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 אנחנו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אנחנו צוות מומחים המספק פתרונות עסקיים מותאמים אישית ללקוחות בכל הגדלים. הגישה שלנו משלבת ניסיון מקצועי מעמיק עם הבנה עסקית אמיתית, כדי לספק תוצאות מדידות שמניעות צמיחה.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06440" y="3931920"/>
            <a:ext cx="502920" cy="502920"/>
          </a:xfrm>
          <a:prstGeom prst="ellipse">
            <a:avLst/>
          </a:prstGeom>
          <a:solidFill>
            <a:srgbClr val="E8F1E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404164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0" y="38953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חזון ברור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743200" y="422452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כיוון אסטרטגי מוגדר לכל פרויקט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806440" y="4709160"/>
            <a:ext cx="502920" cy="502920"/>
          </a:xfrm>
          <a:prstGeom prst="ellipse">
            <a:avLst/>
          </a:prstGeom>
          <a:solidFill>
            <a:srgbClr val="E8F1E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48188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467258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מחויבות אמיתית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2743200" y="50017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שותפות לטווח ארוך עם הלקוחות שלנו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06440" y="5486400"/>
            <a:ext cx="502920" cy="502920"/>
          </a:xfrm>
          <a:prstGeom prst="ellipse">
            <a:avLst/>
          </a:prstGeom>
          <a:solidFill>
            <a:srgbClr val="E8F1E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5596128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743200" y="544982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איכות מוכחת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2743200" y="577900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רף מקצועי גבוה בכל תוצר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537960" y="457200"/>
            <a:ext cx="4983480" cy="5943600"/>
          </a:xfrm>
          <a:prstGeom prst="rect">
            <a:avLst/>
          </a:prstGeom>
          <a:solidFill>
            <a:srgbClr val="E8F1E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377440"/>
            <a:ext cx="1371600" cy="1371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37960" y="3886200"/>
            <a:ext cx="4983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5C4E"/>
                </a:solidFill>
              </a:rPr>
              <a:t>+150</a:t>
            </a:r>
            <a:endParaRPr lang="en-US" sz="4000" dirty="0"/>
          </a:p>
        </p:txBody>
      </p:sp>
      <p:sp>
        <p:nvSpPr>
          <p:cNvPr id="19" name="Text 13"/>
          <p:cNvSpPr/>
          <p:nvPr/>
        </p:nvSpPr>
        <p:spPr>
          <a:xfrm>
            <a:off x="6537960" y="45262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לקוחות מרוצים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5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השירותים שלנו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פתרון מקיף לכל צורך עסקי — מבוסס נתונים ותוצאות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8F1EE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734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3644" y="234086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200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ייעוץ אסטרטגי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7033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בניית תוכנית פעולה ברורה להשגת יעדי הארגון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520440" y="182880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8F1EE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5770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234086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3200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צמיחה ושיווק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703320" y="37033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אסטרטגיות מבוססות נתונים להגדלת הכנסות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0" y="182880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8F1EE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380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364" y="23408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37960" y="3200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ניתוח וביצועים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583680" y="37033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מדידה ושיפור מתמיד של תהליכי הליבה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281160" y="182880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8F1EE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2184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4724" y="234086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18320" y="32004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ליווי צוותים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9464040" y="3703320"/>
            <a:ext cx="2240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הכשרה ובניית יכולות ארגוניות פנימיות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5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אנחנו עובדים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000250" y="3383280"/>
            <a:ext cx="8161020" cy="0"/>
          </a:xfrm>
          <a:prstGeom prst="line">
            <a:avLst/>
          </a:prstGeom>
          <a:noFill/>
          <a:ln w="38100">
            <a:solidFill>
              <a:srgbClr val="E8F1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8770" y="2971800"/>
            <a:ext cx="822960" cy="822960"/>
          </a:xfrm>
          <a:prstGeom prst="ellipse">
            <a:avLst/>
          </a:prstGeom>
          <a:solidFill>
            <a:srgbClr val="1F5C4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8877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25374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אבחון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4434840"/>
            <a:ext cx="24460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הבנת הצרכים והמטרות העסקיות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9110" y="2971800"/>
            <a:ext cx="822960" cy="822960"/>
          </a:xfrm>
          <a:prstGeom prst="ellipse">
            <a:avLst/>
          </a:prstGeom>
          <a:solidFill>
            <a:srgbClr val="1F5C4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0911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51860" y="4023360"/>
            <a:ext cx="25374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97580" y="4434840"/>
            <a:ext cx="24460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בניית תוכנית עבודה מפורטת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029450" y="2971800"/>
            <a:ext cx="822960" cy="822960"/>
          </a:xfrm>
          <a:prstGeom prst="ellipse">
            <a:avLst/>
          </a:prstGeom>
          <a:solidFill>
            <a:srgbClr val="1F5C4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945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72200" y="4023360"/>
            <a:ext cx="25374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ביצוע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4434840"/>
            <a:ext cx="24460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יישום מלא עם ליווי צמוד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749790" y="2971800"/>
            <a:ext cx="822960" cy="822960"/>
          </a:xfrm>
          <a:prstGeom prst="ellipse">
            <a:avLst/>
          </a:prstGeom>
          <a:solidFill>
            <a:srgbClr val="1F5C4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4979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92540" y="4023360"/>
            <a:ext cx="25374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מדידה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38260" y="4434840"/>
            <a:ext cx="24460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בקרת תוצאות ואופטימיזציה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התוצאות מדברות בעד עצמן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76656" y="2377440"/>
            <a:ext cx="2468880" cy="2103120"/>
          </a:xfrm>
          <a:prstGeom prst="roundRect">
            <a:avLst>
              <a:gd name="adj" fmla="val 2609"/>
            </a:avLst>
          </a:prstGeom>
          <a:solidFill>
            <a:srgbClr val="1F5C4E">
              <a:alpha val="75000"/>
            </a:srgbClr>
          </a:solidFill>
          <a:ln w="12700">
            <a:solidFill>
              <a:srgbClr val="3E7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9A3B"/>
                </a:solidFill>
              </a:rPr>
              <a:t>8+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76656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ניסיון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65576" y="2377440"/>
            <a:ext cx="2468880" cy="2103120"/>
          </a:xfrm>
          <a:prstGeom prst="roundRect">
            <a:avLst>
              <a:gd name="adj" fmla="val 2609"/>
            </a:avLst>
          </a:prstGeom>
          <a:solidFill>
            <a:srgbClr val="1F5C4E">
              <a:alpha val="75000"/>
            </a:srgbClr>
          </a:solidFill>
          <a:ln w="12700">
            <a:solidFill>
              <a:srgbClr val="3E7A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65576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9A3B"/>
                </a:solidFill>
              </a:rPr>
              <a:t>150+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465576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לקוחות מרוצים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54496" y="2377440"/>
            <a:ext cx="2468880" cy="2103120"/>
          </a:xfrm>
          <a:prstGeom prst="roundRect">
            <a:avLst>
              <a:gd name="adj" fmla="val 2609"/>
            </a:avLst>
          </a:prstGeom>
          <a:solidFill>
            <a:srgbClr val="1F5C4E">
              <a:alpha val="75000"/>
            </a:srgbClr>
          </a:solidFill>
          <a:ln w="12700">
            <a:solidFill>
              <a:srgbClr val="3E7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4496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9A3B"/>
                </a:solidFill>
              </a:rPr>
              <a:t>98%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254496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שביעות רצון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43416" y="2377440"/>
            <a:ext cx="2468880" cy="2103120"/>
          </a:xfrm>
          <a:prstGeom prst="roundRect">
            <a:avLst>
              <a:gd name="adj" fmla="val 2609"/>
            </a:avLst>
          </a:prstGeom>
          <a:solidFill>
            <a:srgbClr val="1F5C4E">
              <a:alpha val="75000"/>
            </a:srgbClr>
          </a:solidFill>
          <a:ln w="12700">
            <a:solidFill>
              <a:srgbClr val="3E7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43416" y="2697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9A3B"/>
                </a:solidFill>
              </a:rPr>
              <a:t>24/7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043416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זמינות תמיכה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F5C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הצוות שלנו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אנשי מקצוע מנוסים שמובילים כל פרויקט להצלחה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659636" y="2103120"/>
            <a:ext cx="1371600" cy="1371600"/>
          </a:xfrm>
          <a:prstGeom prst="ellipse">
            <a:avLst/>
          </a:prstGeom>
          <a:solidFill>
            <a:srgbClr val="E8F1EE"/>
          </a:solidFill>
          <a:ln w="19050">
            <a:solidFill>
              <a:srgbClr val="1F5C4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9676" y="242316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9516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פרטי ומשפחה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9516" y="40690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מנכ"ל ומייסד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08676" y="2103120"/>
            <a:ext cx="1371600" cy="1371600"/>
          </a:xfrm>
          <a:prstGeom prst="ellipse">
            <a:avLst/>
          </a:prstGeom>
          <a:solidFill>
            <a:srgbClr val="E8F1EE"/>
          </a:solidFill>
          <a:ln w="19050">
            <a:solidFill>
              <a:srgbClr val="1F5C4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42316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48556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פרטי ומשפחה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448556" y="40690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סמנכ"לית תפעול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157716" y="2103120"/>
            <a:ext cx="1371600" cy="1371600"/>
          </a:xfrm>
          <a:prstGeom prst="ellipse">
            <a:avLst/>
          </a:prstGeom>
          <a:solidFill>
            <a:srgbClr val="E8F1EE"/>
          </a:solidFill>
          <a:ln w="19050">
            <a:solidFill>
              <a:srgbClr val="1F5C4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756" y="24231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97596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שם פרטי ומשפחה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197596" y="40690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C99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ראש צוות פיתוח עסקי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בואו נתחיל לעבוד יחד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057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E8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נשמח לשמוע על הפרויקט הבא שלכם וללוות אתכם להצלחה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468" y="365760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3959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050-1234567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308" y="3657600"/>
            <a:ext cx="402336" cy="4023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3143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info@company.co.il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148" y="3657600"/>
            <a:ext cx="402336" cy="4023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2327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www.company.co.il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2026-08-21T11:20:56Z</dcterms:created>
  <dcterms:modified xsi:type="dcterms:W3CDTF">2026-08-21T11:20:56Z</dcterms:modified>
</cp:coreProperties>
</file>