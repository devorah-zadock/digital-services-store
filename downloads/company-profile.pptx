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F5C4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F5C4E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05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החברה שלך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i="1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 חברה | פתרונות מקצועיים שמניבים תוצאות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4B8"/>
                </a:solidFill>
              </a:rPr>
              <a:t>תבנית מצגת עסקית — ניתנת להתאמה מלאה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אנחנו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אנחנו צוות מומחים שמספק פתרונות עסקיים מותאמים אישית לעסקים מכל הגדלים. הגישה שלנו משלבת ניסיון מקצועי מעמיק עם הבנה עסקית אמיתית, כדי להשיג תוצאות מדידות שמניעות צמיחה.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06440" y="3931920"/>
            <a:ext cx="502920" cy="502920"/>
          </a:xfrm>
          <a:prstGeom prst="ellipse">
            <a:avLst/>
          </a:prstGeom>
          <a:solidFill>
            <a:srgbClr val="E8F1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40416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38953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חזון ברור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0" y="4224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כיוון אסטרטגי מוגדר לכל פרויקט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06440" y="4709160"/>
            <a:ext cx="502920" cy="502920"/>
          </a:xfrm>
          <a:prstGeom prst="ellipse">
            <a:avLst/>
          </a:prstGeom>
          <a:solidFill>
            <a:srgbClr val="E8F1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48188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4672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מחויבות אמיתית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743200" y="5001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שותפות לטווח ארוך עם הלקוחות שלנו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06440" y="5486400"/>
            <a:ext cx="502920" cy="502920"/>
          </a:xfrm>
          <a:prstGeom prst="ellipse">
            <a:avLst/>
          </a:prstGeom>
          <a:solidFill>
            <a:srgbClr val="E8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559612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43200" y="5449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איכות מוכחת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743200" y="5779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רף מקצועי גבוה בכל תוצר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37960" y="457200"/>
            <a:ext cx="4983480" cy="5943600"/>
          </a:xfrm>
          <a:prstGeom prst="rect">
            <a:avLst/>
          </a:prstGeom>
          <a:solidFill>
            <a:srgbClr val="E8F1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377440"/>
            <a:ext cx="1371600" cy="1371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388620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C4E"/>
                </a:solidFill>
              </a:rPr>
              <a:t>+150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6537960" y="45262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 מרוצים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השירותים שלנו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מקיף לכל צורך עסקי — מבוסס נתונים ותוצאות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8F1EE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ייעוץ אסטרטגי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תוכנית פעולה ברורה להשגת יעדי הארגון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8F1EE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23408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צמיחה ושיווק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אסטרטגיות מבוססות נתונים להגדלת הכנסות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8F1EE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3806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64" y="23408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וביצועים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8368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מדידה ושיפור מתמיד של תהליכי הליבה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8116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8F1EE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1842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4724" y="23408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ליווי צוותים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6404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הכשרה ובניית יכולות ארגוניות פנימיות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אנחנו עובדים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00250" y="3383280"/>
            <a:ext cx="8161020" cy="0"/>
          </a:xfrm>
          <a:prstGeom prst="line">
            <a:avLst/>
          </a:prstGeom>
          <a:noFill/>
          <a:ln w="38100">
            <a:solidFill>
              <a:srgbClr val="E8F1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49790" y="2971800"/>
            <a:ext cx="822960" cy="822960"/>
          </a:xfrm>
          <a:prstGeom prst="ellipse">
            <a:avLst/>
          </a:prstGeom>
          <a:solidFill>
            <a:srgbClr val="1F5C4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979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92540" y="4023360"/>
            <a:ext cx="2537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38260" y="4434840"/>
            <a:ext cx="24460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הבנת הצרכים והמטרות העסקיות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29450" y="2971800"/>
            <a:ext cx="822960" cy="822960"/>
          </a:xfrm>
          <a:prstGeom prst="ellipse">
            <a:avLst/>
          </a:prstGeom>
          <a:solidFill>
            <a:srgbClr val="1F5C4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945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72200" y="4023360"/>
            <a:ext cx="2537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4434840"/>
            <a:ext cx="24460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תוכנית עבודה מפורטת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9110" y="2971800"/>
            <a:ext cx="822960" cy="822960"/>
          </a:xfrm>
          <a:prstGeom prst="ellipse">
            <a:avLst/>
          </a:prstGeom>
          <a:solidFill>
            <a:srgbClr val="1F5C4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911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1860" y="4023360"/>
            <a:ext cx="2537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97580" y="4434840"/>
            <a:ext cx="24460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יישום מלא עם ליווי צמוד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588770" y="2971800"/>
            <a:ext cx="822960" cy="822960"/>
          </a:xfrm>
          <a:prstGeom prst="ellipse">
            <a:avLst/>
          </a:prstGeom>
          <a:solidFill>
            <a:srgbClr val="1F5C4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8877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2537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24460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בקרת תוצאות ואופטימיזציה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התוצאות מדברות בעד עצמן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76656" y="237744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1F5C4E">
              <a:alpha val="75000"/>
            </a:srgbClr>
          </a:solidFill>
          <a:ln w="12700">
            <a:solidFill>
              <a:srgbClr val="3E7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A3B"/>
                </a:solidFill>
              </a:rPr>
              <a:t>8+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7665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שנות ניסיון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65576" y="237744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1F5C4E">
              <a:alpha val="75000"/>
            </a:srgbClr>
          </a:solidFill>
          <a:ln w="12700">
            <a:solidFill>
              <a:srgbClr val="3E7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65576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A3B"/>
                </a:solidFill>
              </a:rPr>
              <a:t>150+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6557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 מרוצים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54496" y="237744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1F5C4E">
              <a:alpha val="75000"/>
            </a:srgbClr>
          </a:solidFill>
          <a:ln w="12700">
            <a:solidFill>
              <a:srgbClr val="3E7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A3B"/>
                </a:solidFill>
              </a:rPr>
              <a:t>98%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5449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שביעות רצון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43416" y="237744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1F5C4E">
              <a:alpha val="75000"/>
            </a:srgbClr>
          </a:solidFill>
          <a:ln w="12700">
            <a:solidFill>
              <a:srgbClr val="3E7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3416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A3B"/>
                </a:solidFill>
              </a:rPr>
              <a:t>24/7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4341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זמינות תמיכה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הצוות שלנו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אנשי מקצוע מנוסים שמובילים כל פרויקט להצלחה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59636" y="2103120"/>
            <a:ext cx="1371600" cy="1371600"/>
          </a:xfrm>
          <a:prstGeom prst="ellipse">
            <a:avLst/>
          </a:prstGeom>
          <a:solidFill>
            <a:srgbClr val="E8F1EE"/>
          </a:solidFill>
          <a:ln w="19050">
            <a:solidFill>
              <a:srgbClr val="1F5C4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24231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מנכ"ל ומייסד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08676" y="2103120"/>
            <a:ext cx="1371600" cy="1371600"/>
          </a:xfrm>
          <a:prstGeom prst="ellipse">
            <a:avLst/>
          </a:prstGeom>
          <a:solidFill>
            <a:srgbClr val="E8F1EE"/>
          </a:solidFill>
          <a:ln w="19050">
            <a:solidFill>
              <a:srgbClr val="1F5C4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4231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8556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48556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סמנכ"לית תפעול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57716" y="2103120"/>
            <a:ext cx="1371600" cy="1371600"/>
          </a:xfrm>
          <a:prstGeom prst="ellipse">
            <a:avLst/>
          </a:prstGeom>
          <a:solidFill>
            <a:srgbClr val="E8F1EE"/>
          </a:solidFill>
          <a:ln w="19050">
            <a:solidFill>
              <a:srgbClr val="1F5C4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756" y="24231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7596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97596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ראש צוות פיתוח עסקי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בואו נתחיל לעבוד יחד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נשמח לשמוע על הפרויקט הבא שלכם וללוות אתכם להצלחה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3657600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959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050-1234567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36576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143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info@company.co.il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148" y="3657600"/>
            <a:ext cx="402336" cy="4023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2327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www.company.co.il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2026-08-21T11:20:56Z</dcterms:created>
  <dcterms:modified xsi:type="dcterms:W3CDTF">2026-08-21T11:20:56Z</dcterms:modified>
</cp:coreProperties>
</file>