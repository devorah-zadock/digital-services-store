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9144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6060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שם ההרצאה או הוובינר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תת-כותרת שמסבירה על מה נדבר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תבנית תוכן / וובינר — ניתנת להתאמה מלאה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 מה נדבר היום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17830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פתיחה והצגת הנושא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 המרכזית ולמה היא חשובה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3291840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3337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שלושה עקרונות מפתח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41148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דוגמאות מהשטח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4846320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8920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שאלות ותשובות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377440"/>
            <a:ext cx="2011680" cy="2011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10312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עקרון ראשון: התחילו מהבעיה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822960" y="3200400"/>
            <a:ext cx="7589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שמדברים על פתרון, חשוב להבין באמת מה הבעיה שהלקוח חווה — לא מה שנוח לנו למכור.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377440"/>
            <a:ext cx="2011680" cy="2011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10312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עקרון שני: מדדו כל דבר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822960" y="3200400"/>
            <a:ext cx="7589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 אפשר לשפר מה שלא נמדד. הגדירו מדדי הצלחה ברורים לפני שמתחילים.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נקודות מפתח לסיכום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78308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התחילו תמיד מהבעיה של הלקוח, לא מהפתרון שלכם</a:t>
            </a:r>
            <a:endParaRPr lang="en-US" sz="16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97480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71600" y="2651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מדדו הצלחה במספרים, לא בתחושות</a:t>
            </a:r>
            <a:endParaRPr lang="en-US" sz="16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66160"/>
            <a:ext cx="365760" cy="3657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371600" y="352044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שתפו ידע — זה בונה אמון לטווח ארוך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D1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תודה שהייתם איתנו!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148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שאלות? נשמח לשמוע מכם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7388" y="3657600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98551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hello@yourbrand.co.il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228" y="3657600"/>
            <a:ext cx="402336" cy="40233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7735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www.yourbrand.co.il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2026-08-21T13:54:40Z</dcterms:created>
  <dcterms:modified xsi:type="dcterms:W3CDTF">2026-08-21T13:54:40Z</dcterms:modified>
</cp:coreProperties>
</file>