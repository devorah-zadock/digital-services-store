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13"/>
    <p:sldId id="263" r:id="rId14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ההרצאה או הוובינר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תת-כותרת שמסבירה על מה נדבר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תבנית תוכן / וובינר — ניתנת להתאמה מלאה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 מה נדבר היום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08792" y="173736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1090879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פתיחה והצגת הנושא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08792" y="251460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1090879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 המרכזית ולמה היא חשובה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08792" y="329184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0" name="Text 8"/>
          <p:cNvSpPr/>
          <p:nvPr/>
        </p:nvSpPr>
        <p:spPr>
          <a:xfrm>
            <a:off x="10908792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שלושה עקרונות מפתח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08792" y="406908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0879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1148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 מהשטח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08792" y="484632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10908792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8920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 ותשובות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37744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0312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 ראשון: התחילו מהבעיה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320040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שמדברים על פתרון, חשוב להבין באמת מה הבעיה שהלקוח חווה — לא מה שנוח לנו למכור.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37744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0312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 שני: מדדו כל דבר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320040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 אפשר לשפר מה שלא נמדד. הגדירו מדדי הצלחה ברורים לפני שמתחילים.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נקודות מפתח לסיכום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18288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783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התחילו תמיד מהבעיה של הלקוח, לא מהפתרון שלכם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26974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2651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מדדו הצלחה במספרים, לא בתחושות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356616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שתפו ידע — זה בונה אמון לטווח ארוך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תודה שהייתם איתנו!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שאלות? נשמח לשמוע מכם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7388" y="3657600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8551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hello@yourbrand.co.il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228" y="3657600"/>
            <a:ext cx="402336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735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www.yourbrand.co.il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9DD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37744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0312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 שלישי: שתפו ידע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320040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תנו ערך אמיתי עוד לפני שאתם מבקשים משהו בתמורה. ידע שאתם משתפים בנדיבות בונה אמון וממצב אתכם כמומחים.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 מהשטח</a:t>
            </a: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החליפו בסיפור אמיתי מהעבודה שלכם — עם מספרים, אם יש</a:t>
            </a:r>
            <a:endParaRPr lang="en-US" sz="1300" dirty="0"/>
          </a:p>
        </p:txBody>
      </p:sp>
      <p:sp>
        <p:nvSpPr>
          <p:cNvPr id="5" name="Shape 1"/>
          <p:cNvSpPr/>
          <p:nvPr/>
        </p:nvSpPr>
        <p:spPr>
          <a:xfrm>
            <a:off x="10908792" y="182880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6" name="Text 2"/>
          <p:cNvSpPr/>
          <p:nvPr/>
        </p:nvSpPr>
        <p:spPr>
          <a:xfrm>
            <a:off x="1090879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280160" y="1874519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האתגר: </a:t>
            </a:r>
            <a:r>
              <a:rPr lang="en-US" sz="1800" dirty="0" b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 קטן השקיע בפרסום בלי לדעת מה באמת מביא לקוחות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0908792" y="297180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5"/>
          <p:cNvSpPr/>
          <p:nvPr/>
        </p:nvSpPr>
        <p:spPr>
          <a:xfrm>
            <a:off x="1090879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0160" y="30175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עשינו: </a:t>
            </a:r>
            <a:r>
              <a:rPr lang="en-US" sz="1800" dirty="0" b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הגדרנו שלושה מדדים ברורים ובדקנו אותם מדי שבוע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908792" y="411480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2" name="Text 8"/>
          <p:cNvSpPr/>
          <p:nvPr/>
        </p:nvSpPr>
        <p:spPr>
          <a:xfrm>
            <a:off x="10908792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80160" y="41605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התוצאה: </a:t>
            </a:r>
            <a:r>
              <a:rPr lang="en-US" sz="1800" dirty="0" b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יותר פניות באותו תקציב, תוך שלושה חודשים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2026-08-21T13:54:40Z</dcterms:created>
  <dcterms:modified xsi:type="dcterms:W3CDTF">2026-08-21T13:54:40Z</dcterms:modified>
</cp:coreProperties>
</file>