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12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השם שלך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תחום העיסוק היצירתי שלך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תבנית פורטפוליו יצירתי — ניתנת להתאמה מלאה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קצת עליי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תארו כאן בכמה משפטים מי אתם, מה מייחד את הסגנון היצירתי שלכם, ומה מניע אתכם בעבודה.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406640" y="1463040"/>
            <a:ext cx="4114800" cy="4114800"/>
          </a:xfrm>
          <a:prstGeom prst="roundRect">
            <a:avLst>
              <a:gd name="adj" fmla="val 1778"/>
            </a:avLst>
          </a:prstGeom>
          <a:solidFill>
            <a:srgbClr val="F5E6E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310896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עבודות נבחרות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106156" y="173736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F5E6EE"/>
          </a:solidFill>
          <a:ln/>
        </p:spPr>
      </p:sp>
      <p:sp>
        <p:nvSpPr>
          <p:cNvPr id="8" name="Text 6"/>
          <p:cNvSpPr/>
          <p:nvPr/>
        </p:nvSpPr>
        <p:spPr>
          <a:xfrm>
            <a:off x="8106156" y="4206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פרויקט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448556" y="173736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F5E6EE"/>
          </a:solidFill>
          <a:ln/>
        </p:spPr>
      </p:sp>
      <p:sp>
        <p:nvSpPr>
          <p:cNvPr id="6" name="Text 4"/>
          <p:cNvSpPr/>
          <p:nvPr/>
        </p:nvSpPr>
        <p:spPr>
          <a:xfrm>
            <a:off x="4448556" y="4206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פרויקט 2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90956" y="173736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F5E6EE"/>
          </a:solidFill>
          <a:ln/>
        </p:spPr>
      </p:sp>
      <p:sp>
        <p:nvSpPr>
          <p:cNvPr id="4" name="Text 2"/>
          <p:cNvSpPr/>
          <p:nvPr/>
        </p:nvSpPr>
        <p:spPr>
          <a:xfrm>
            <a:off x="790956" y="4206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פרויקט 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2704" y="128016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2468880"/>
            <a:ext cx="9235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"עבודה יוצאת דופן, יצירתית ומדויקת. חוויה מעולה מההתחלה ועד הסוף."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1463040" y="3749040"/>
            <a:ext cx="923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שם הלקוח, תפקיד וחברה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בואו נעבוד יחד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148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פתוחים לפרויקטים חדשים — נשמח לשמוע מכם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7388" y="3657600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85516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hello@yourname.com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9228" y="3657600"/>
            <a:ext cx="402336" cy="4023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77356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www.yourname.com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/>
      <p:sp>
        <p:nvSpPr>
          <p:cNvPr id="3" name="Text 0"/>
          <p:cNvSpPr/>
          <p:nvPr/>
        </p:nvSpPr>
        <p:spPr>
          <a:xfrm>
            <a:off x="6309360" y="548640"/>
            <a:ext cx="5239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פרויקט נבחר: שם הפרויקט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309360" y="1234440"/>
            <a:ext cx="52395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לקוח: שם הלקוח · תחום: מיתוג ועיצוב · שנה: 2026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309360" y="1828800"/>
            <a:ext cx="52395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dirty="0" b="1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האתגר</a:t>
            </a:r>
            <a:endParaRPr lang="en-US" sz="1700" dirty="0"/>
          </a:p>
        </p:txBody>
      </p:sp>
      <p:sp>
        <p:nvSpPr>
          <p:cNvPr id="6" name="Text 1"/>
          <p:cNvSpPr/>
          <p:nvPr/>
        </p:nvSpPr>
        <p:spPr>
          <a:xfrm>
            <a:off x="6309360" y="2212848"/>
            <a:ext cx="5239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הלקוח היה צריך, ומה הקשה על הפרויקט? משפט או שניים.</a:t>
            </a:r>
            <a:endParaRPr lang="en-US" sz="1400" dirty="0"/>
          </a:p>
        </p:txBody>
      </p:sp>
      <p:sp>
        <p:nvSpPr>
          <p:cNvPr id="7" name="Text 1"/>
          <p:cNvSpPr/>
          <p:nvPr/>
        </p:nvSpPr>
        <p:spPr>
          <a:xfrm>
            <a:off x="6309360" y="3108960"/>
            <a:ext cx="52395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dirty="0" b="1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הפתרון</a:t>
            </a:r>
            <a:endParaRPr lang="en-US" sz="1700" dirty="0"/>
          </a:p>
        </p:txBody>
      </p:sp>
      <p:sp>
        <p:nvSpPr>
          <p:cNvPr id="8" name="Text 1"/>
          <p:cNvSpPr/>
          <p:nvPr/>
        </p:nvSpPr>
        <p:spPr>
          <a:xfrm>
            <a:off x="6309360" y="3493008"/>
            <a:ext cx="5239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עשיתם ואיך — הרעיון המרכזי, הסגנון והכלים שבחרתם.</a:t>
            </a:r>
            <a:endParaRPr lang="en-US" sz="1400" dirty="0"/>
          </a:p>
        </p:txBody>
      </p:sp>
      <p:sp>
        <p:nvSpPr>
          <p:cNvPr id="9" name="Text 1"/>
          <p:cNvSpPr/>
          <p:nvPr/>
        </p:nvSpPr>
        <p:spPr>
          <a:xfrm>
            <a:off x="6309360" y="4389120"/>
            <a:ext cx="52395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dirty="0" b="1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התוצאה</a:t>
            </a:r>
            <a:endParaRPr lang="en-US" sz="1700" dirty="0"/>
          </a:p>
        </p:txBody>
      </p:sp>
      <p:sp>
        <p:nvSpPr>
          <p:cNvPr id="10" name="Text 1"/>
          <p:cNvSpPr/>
          <p:nvPr/>
        </p:nvSpPr>
        <p:spPr>
          <a:xfrm>
            <a:off x="6309360" y="4773168"/>
            <a:ext cx="5239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השתנה בזכות העבודה? מספרים, משוב מהלקוח או פרסים.</a:t>
            </a:r>
            <a:endParaRPr lang="en-US" sz="1400" dirty="0"/>
          </a:p>
        </p:txBody>
      </p:sp>
      <p:sp>
        <p:nvSpPr>
          <p:cNvPr id="11" name="Shape 2"/>
          <p:cNvSpPr/>
          <p:nvPr/>
        </p:nvSpPr>
        <p:spPr>
          <a:xfrm>
            <a:off x="640080" y="1463040"/>
            <a:ext cx="5394960" cy="4206240"/>
          </a:xfrm>
          <a:prstGeom prst="roundRect">
            <a:avLst>
              <a:gd name="adj" fmla="val 1778"/>
            </a:avLst>
          </a:prstGeom>
          <a:solidFill>
            <a:srgbClr val="F5E6E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2926080"/>
            <a:ext cx="914400" cy="914400"/>
          </a:xfrm>
          <a:prstGeom prst="rect">
            <a:avLst/>
          </a:prstGeom>
        </p:spPr>
      </p:pic>
      <p:sp>
        <p:nvSpPr>
          <p:cNvPr id="13" name="Text 1"/>
          <p:cNvSpPr/>
          <p:nvPr/>
        </p:nvSpPr>
        <p:spPr>
          <a:xfrm>
            <a:off x="640080" y="3977639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כאן מקום לתמונה מהפרויקט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2026-08-21T13:54:40Z</dcterms:created>
  <dcterms:modified xsi:type="dcterms:W3CDTF">2026-08-21T13:54:40Z</dcterms:modified>
</cp:coreProperties>
</file>