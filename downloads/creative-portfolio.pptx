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65176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השם שלך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914400" y="352044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800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תחום העיסוק היצירתי שלך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626364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99999"/>
                </a:solidFill>
              </a:rPr>
              <a:t>פורטפוליו יצירתי — ניתנת להתאמה מלאה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קצת עליי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6400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תארו כאן בכמה משפטים מי אתם, מה מייחד את הסגנון היצירתי שלכם, ומה מניע אתכם בעבודה.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406640" y="1463040"/>
            <a:ext cx="4114800" cy="4114800"/>
          </a:xfrm>
          <a:prstGeom prst="roundRect">
            <a:avLst>
              <a:gd name="adj" fmla="val 1778"/>
            </a:avLst>
          </a:prstGeom>
          <a:solidFill>
            <a:srgbClr val="F5E6E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06840" y="310896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עבודות נבחרות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90956" y="1737360"/>
            <a:ext cx="3291840" cy="2377440"/>
          </a:xfrm>
          <a:prstGeom prst="roundRect">
            <a:avLst>
              <a:gd name="adj" fmla="val 3077"/>
            </a:avLst>
          </a:prstGeom>
          <a:solidFill>
            <a:srgbClr val="F5E6EE"/>
          </a:solidFill>
          <a:ln/>
        </p:spPr>
      </p:sp>
      <p:sp>
        <p:nvSpPr>
          <p:cNvPr id="4" name="Text 2"/>
          <p:cNvSpPr/>
          <p:nvPr/>
        </p:nvSpPr>
        <p:spPr>
          <a:xfrm>
            <a:off x="790956" y="42062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פרויקט 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448556" y="1737360"/>
            <a:ext cx="3291840" cy="2377440"/>
          </a:xfrm>
          <a:prstGeom prst="roundRect">
            <a:avLst>
              <a:gd name="adj" fmla="val 3077"/>
            </a:avLst>
          </a:prstGeom>
          <a:solidFill>
            <a:srgbClr val="F5E6EE"/>
          </a:solidFill>
          <a:ln/>
        </p:spPr>
      </p:sp>
      <p:sp>
        <p:nvSpPr>
          <p:cNvPr id="6" name="Text 4"/>
          <p:cNvSpPr/>
          <p:nvPr/>
        </p:nvSpPr>
        <p:spPr>
          <a:xfrm>
            <a:off x="4448556" y="42062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פרויקט 2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06156" y="1737360"/>
            <a:ext cx="3291840" cy="2377440"/>
          </a:xfrm>
          <a:prstGeom prst="roundRect">
            <a:avLst>
              <a:gd name="adj" fmla="val 3077"/>
            </a:avLst>
          </a:prstGeom>
          <a:solidFill>
            <a:srgbClr val="F5E6EE"/>
          </a:solidFill>
          <a:ln/>
        </p:spPr>
      </p:sp>
      <p:sp>
        <p:nvSpPr>
          <p:cNvPr id="8" name="Text 6"/>
          <p:cNvSpPr/>
          <p:nvPr/>
        </p:nvSpPr>
        <p:spPr>
          <a:xfrm>
            <a:off x="8106156" y="42062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פרויקט 3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32704" y="128016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63040" y="2468880"/>
            <a:ext cx="9235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"עבודה יוצאת דופן, יצירתית ומדויקת. חוויה מעולה מתחילה ועד סוף."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1463040" y="3749040"/>
            <a:ext cx="9235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DB2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שם הלקוח, תפקיד וחברה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בואו נעבוד יחד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21488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זמינה לפרויקטים חדשים</a:t>
            </a:r>
            <a:endParaRPr lang="en-US" sz="1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47388" y="3657600"/>
            <a:ext cx="402336" cy="4023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985516" y="42062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hello@yourname.com</a:t>
            </a:r>
            <a:endParaRPr lang="en-US" sz="13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9228" y="3657600"/>
            <a:ext cx="402336" cy="40233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277356" y="42062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www.yourname.com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2026-08-21T13:54:40Z</dcterms:created>
  <dcterms:modified xsi:type="dcterms:W3CDTF">2026-08-21T13:54:40Z</dcterms:modified>
</cp:coreProperties>
</file>