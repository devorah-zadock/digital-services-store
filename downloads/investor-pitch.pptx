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הסטארטאפ שלכם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משפט אחד שמסביר מה אתם עושים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תבנית פיץ' למשקיעים — ניתנת להתאמה מלאה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תארו כאן בקצרה את הבעיה המשמעותית שהשוק חווה כיום — למה היא כואבת, ולמי.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126480" y="0"/>
            <a:ext cx="9144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6309360" y="548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309360" y="118872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תארו כאן איך המוצר שלכם פותר את הבעיה הזו בצורה ייחודית וטובה יותר מהחלופות הקיימות.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E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גודל השוק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65276" y="2377440"/>
            <a:ext cx="31089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$5B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65276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שוק כולל (TAM)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39996" y="2377440"/>
            <a:ext cx="31089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39996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$800M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39996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שוק בר-השגה (SAM)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14716" y="2377440"/>
            <a:ext cx="31089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014716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</a:rPr>
              <a:t>$60M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014716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יעד ראשוני (SOM)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התקדמות עד כה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0956" y="201168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EEE6F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6836" y="23774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0956" y="32918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</a:rPr>
              <a:t>10,000+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90956" y="3977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משתמשים רשומים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448556" y="201168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EEE6F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237744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48556" y="32918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</a:rPr>
              <a:t>35%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4448556" y="3977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צמיחה חודשית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106156" y="201168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EEE6F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2036" y="237744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06156" y="32918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</a:rPr>
              <a:t>₪1.2M</a:t>
            </a:r>
            <a:endParaRPr lang="en-US" sz="2600" dirty="0"/>
          </a:p>
        </p:txBody>
      </p:sp>
      <p:sp>
        <p:nvSpPr>
          <p:cNvPr id="14" name="Text 9"/>
          <p:cNvSpPr/>
          <p:nvPr/>
        </p:nvSpPr>
        <p:spPr>
          <a:xfrm>
            <a:off x="8106156" y="3977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הכנסות שנתיות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מגייסים סבב Seed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 כדי להאיץ צמיחה ולהרחיב את הצוות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3308" y="365760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3143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founders@yourstartup.co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2026-08-21T13:54:40Z</dcterms:created>
  <dcterms:modified xsi:type="dcterms:W3CDTF">2026-08-21T13:54:40Z</dcterms:modified>
</cp:coreProperties>
</file>