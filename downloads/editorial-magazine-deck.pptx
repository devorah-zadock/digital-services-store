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200" b="0" i="0">
                <a:solidFill>
                  <a:srgbClr val="8A8272"/>
                </a:solidFill>
                <a:latin typeface="Calibri"/>
              </a:rPr>
              <a:t>תבנית מצגת עסקית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200" b="0" i="0">
                <a:solidFill>
                  <a:srgbClr val="2A2620"/>
                </a:solidFill>
                <a:latin typeface="Georgia"/>
              </a:rPr>
              <a:t>שם המותג שלכם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4160520"/>
            <a:ext cx="1371600" cy="19050"/>
          </a:xfrm>
          <a:prstGeom prst="rect">
            <a:avLst/>
          </a:prstGeom>
          <a:solidFill>
            <a:srgbClr val="C9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0" i="1">
                <a:solidFill>
                  <a:srgbClr val="8A8272"/>
                </a:solidFill>
                <a:latin typeface="Georgia"/>
              </a:rPr>
              <a:t>עיצוב, יופי ותשומת לב לפרטים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822960"/>
            <a:ext cx="9235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300" b="1" i="0">
                <a:solidFill>
                  <a:srgbClr val="C97B63"/>
                </a:solidFill>
                <a:latin typeface="Calibri"/>
              </a:rPr>
              <a:t>מי אנחנו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1737360"/>
            <a:ext cx="8869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2600" b="0" i="1">
                <a:solidFill>
                  <a:srgbClr val="2A2620"/>
                </a:solidFill>
                <a:latin typeface="Georgia"/>
              </a:rPr>
              <a:t>"אנחנו מאמינים שעיצוב טוב הוא לא תוספת — הוא השפה שבה המותג שלכם מדבר אל העולם. כל פרט, מהצבע ועד הרווח הלבן, מספר את הסיפור שלכם."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000" b="0" i="0">
                <a:solidFill>
                  <a:srgbClr val="2A2620"/>
                </a:solidFill>
                <a:latin typeface="Georgia"/>
              </a:rPr>
              <a:t>מה אנחנו מציעים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9202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0" i="0">
                <a:solidFill>
                  <a:srgbClr val="C97B63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 i="0">
                <a:solidFill>
                  <a:srgbClr val="2A2620"/>
                </a:solidFill>
                <a:latin typeface="Georgia"/>
              </a:rPr>
              <a:t>מיתוג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7406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 i="0">
                <a:solidFill>
                  <a:srgbClr val="8A8272"/>
                </a:solidFill>
                <a:latin typeface="Calibri"/>
              </a:rPr>
              <a:t>זהות ויזואלית שמספרת את הסיפור הנכון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154680"/>
            <a:ext cx="9052560" cy="12700"/>
          </a:xfrm>
          <a:prstGeom prst="rect">
            <a:avLst/>
          </a:prstGeom>
          <a:solidFill>
            <a:srgbClr val="E4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33756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0" i="0">
                <a:solidFill>
                  <a:srgbClr val="C97B63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37560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 i="0">
                <a:solidFill>
                  <a:srgbClr val="2A2620"/>
                </a:solidFill>
                <a:latin typeface="Georgia"/>
              </a:rPr>
              <a:t>עיצוב מוצר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6200"/>
            <a:ext cx="7406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 i="0">
                <a:solidFill>
                  <a:srgbClr val="8A8272"/>
                </a:solidFill>
                <a:latin typeface="Calibri"/>
              </a:rPr>
              <a:t>חוויית פרימיום מקצה לקצה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9052560" cy="12700"/>
          </a:xfrm>
          <a:prstGeom prst="rect">
            <a:avLst/>
          </a:prstGeom>
          <a:solidFill>
            <a:srgbClr val="E4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475488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0" i="0">
                <a:solidFill>
                  <a:srgbClr val="C97B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 i="0">
                <a:solidFill>
                  <a:srgbClr val="2A2620"/>
                </a:solidFill>
                <a:latin typeface="Georgia"/>
              </a:rPr>
              <a:t>קמפיינים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7406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 i="0">
                <a:solidFill>
                  <a:srgbClr val="8A8272"/>
                </a:solidFill>
                <a:latin typeface="Calibri"/>
              </a:rPr>
              <a:t>תוכן שמרגש ומניע לפעולה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400" b="0" i="0">
                <a:solidFill>
                  <a:srgbClr val="2A2620"/>
                </a:solidFill>
                <a:latin typeface="Georgia"/>
              </a:rPr>
              <a:t>התוצאות מדברות בעד עצמן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8087" y="237744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200" b="0" i="0">
                <a:solidFill>
                  <a:srgbClr val="C97B63"/>
                </a:solidFill>
                <a:latin typeface="Georgia"/>
              </a:rPr>
              <a:t>98%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087" y="35661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300" b="0" i="0">
                <a:solidFill>
                  <a:srgbClr val="8A8272"/>
                </a:solidFill>
                <a:latin typeface="Calibri"/>
              </a:rPr>
              <a:t>שביעות רצון לקוחות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9927" y="237744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200" b="0" i="0">
                <a:solidFill>
                  <a:srgbClr val="C97B63"/>
                </a:solidFill>
                <a:latin typeface="Georgia"/>
              </a:rPr>
              <a:t>250+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9927" y="35661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300" b="0" i="0">
                <a:solidFill>
                  <a:srgbClr val="8A8272"/>
                </a:solidFill>
                <a:latin typeface="Calibri"/>
              </a:rPr>
              <a:t>פרויקטים שהושלמו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9927" y="2468880"/>
            <a:ext cx="12700" cy="1463040"/>
          </a:xfrm>
          <a:prstGeom prst="rect">
            <a:avLst/>
          </a:prstGeom>
          <a:solidFill>
            <a:srgbClr val="E4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1767" y="237744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200" b="0" i="0">
                <a:solidFill>
                  <a:srgbClr val="C97B63"/>
                </a:solidFill>
                <a:latin typeface="Georg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1767" y="35661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300" b="0" i="0">
                <a:solidFill>
                  <a:srgbClr val="8A8272"/>
                </a:solidFill>
                <a:latin typeface="Calibri"/>
              </a:rPr>
              <a:t>שנות ניסיון מצטבר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767" y="2468880"/>
            <a:ext cx="12700" cy="1463040"/>
          </a:xfrm>
          <a:prstGeom prst="rect">
            <a:avLst/>
          </a:prstGeom>
          <a:solidFill>
            <a:srgbClr val="E4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2286000"/>
            <a:ext cx="8869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3000" b="0" i="1">
                <a:solidFill>
                  <a:srgbClr val="2A2620"/>
                </a:solidFill>
                <a:latin typeface="Georgia"/>
              </a:rPr>
              <a:t>יוקרה היא לא רעש — היא הבחירה להשאיר רק את מה שבאמת חשוב.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3600" b="0" i="0">
                <a:solidFill>
                  <a:srgbClr val="2A2620"/>
                </a:solidFill>
                <a:latin typeface="Georgia"/>
              </a:rPr>
              <a:t>נשמח להכיר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0" i="0">
                <a:solidFill>
                  <a:srgbClr val="8A8272"/>
                </a:solidFill>
                <a:latin typeface="Calibri"/>
              </a:rPr>
              <a:t>hello@yourbrand.co.il · 050-000-0000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