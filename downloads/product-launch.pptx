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2"/>
    <p:sldId id="262" r:id="rId13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המוצר שלך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 שהלקוחות שלך חיכו לו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הצגת מוצר — ניתנת להתאמה מלאה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 שאנחנו פותרים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עסקים רבים מתמודדים עם תהליך מסורבל, איטי ויקר — ומאבדים זמן יקר על משימות שיכולות להיות פשוטות. המוצר שלנו נבנה כדי לפתור בדיוק את זה.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75120" y="1463040"/>
            <a:ext cx="4846320" cy="3840480"/>
          </a:xfrm>
          <a:prstGeom prst="roundRect">
            <a:avLst>
              <a:gd name="adj" fmla="val 1905"/>
            </a:avLst>
          </a:prstGeom>
          <a:solidFill>
            <a:srgbClr val="E8EE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37744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3749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rtl="1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שעות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75120" y="4343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נחסכות בממוצע בכל יום עבודה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התכונות המרכזיות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4" name="Shape 2"/>
          <p:cNvSpPr/>
          <p:nvPr/>
        </p:nvSpPr>
        <p:spPr>
          <a:xfrm>
            <a:off x="157734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249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פשוט לשימוש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אינטואיטיבי שלא דורש הדרכה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20440" y="17373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9" name="Shape 6"/>
          <p:cNvSpPr/>
          <p:nvPr/>
        </p:nvSpPr>
        <p:spPr>
          <a:xfrm>
            <a:off x="445770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224942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 נתונים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0332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דוחות וניתוחים בזמן אמת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0" y="17373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3380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64" y="224942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אמין ובטוח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גיבוי אוטומטי והצפנה מלאה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281160" y="17373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1842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4724" y="224942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מותאם אישית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46404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בדיוק לתהליך העבודה שלכם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 פשוט וברור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8014716" y="173736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E8EEFC"/>
          </a:solidFill>
          <a:ln/>
        </p:spPr>
      </p:sp>
      <p:sp>
        <p:nvSpPr>
          <p:cNvPr id="14" name="Text 12"/>
          <p:cNvSpPr/>
          <p:nvPr/>
        </p:nvSpPr>
        <p:spPr>
          <a:xfrm>
            <a:off x="8014716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בסיסי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4716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₪49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014716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4756" y="35661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תכונה עיקרית 1</a:t>
            </a:r>
            <a:endParaRPr lang="en-US" sz="1150" dirty="0"/>
          </a:p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תכונה עיקרית 2</a:t>
            </a:r>
            <a:endParaRPr lang="en-US" sz="1150" dirty="0"/>
          </a:p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במייל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94276" y="173736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494276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מקצועי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94276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₪99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94276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4316" y="35661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מה שבבסיסי</a:t>
            </a:r>
            <a:endParaRPr lang="en-US" sz="1150" dirty="0"/>
          </a:p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תכונה מתקדמת</a:t>
            </a:r>
            <a:endParaRPr lang="en-US" sz="1150" dirty="0"/>
          </a:p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בצ'אט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73836" y="173736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E8EEFC"/>
          </a:solidFill>
          <a:ln/>
        </p:spPr>
      </p:sp>
      <p:sp>
        <p:nvSpPr>
          <p:cNvPr id="4" name="Text 2"/>
          <p:cNvSpPr/>
          <p:nvPr/>
        </p:nvSpPr>
        <p:spPr>
          <a:xfrm>
            <a:off x="973836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3836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₪199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73836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3876" y="35661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מה שבמקצועי</a:t>
            </a:r>
            <a:endParaRPr lang="en-US" sz="1150" dirty="0"/>
          </a:p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משתמשים ללא הגבלה</a:t>
            </a:r>
            <a:endParaRPr lang="en-US" sz="1150" dirty="0"/>
          </a:p>
          <a:p>
            <a:pPr algn="r" marL="342900" indent="-342900" rtl="1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24/7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מוכנים להתחיל?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דברו איתנו עוד היום — ההתחלה תמיד בחינם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3657600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959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050-1234567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3657600"/>
            <a:ext cx="402336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143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info@yourproduct.co.il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148" y="3657600"/>
            <a:ext cx="402336" cy="4023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2327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www.yourproduct.co.il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עובד</a:t>
            </a:r>
            <a:endParaRPr lang="en-US" sz="3200" dirty="0"/>
          </a:p>
        </p:txBody>
      </p:sp>
      <p:sp>
        <p:nvSpPr>
          <p:cNvPr id="4" name="Shape 13"/>
          <p:cNvSpPr/>
          <p:nvPr/>
        </p:nvSpPr>
        <p:spPr>
          <a:xfrm>
            <a:off x="8061807" y="1737360"/>
            <a:ext cx="3291840" cy="283464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5" name="Shape 14"/>
          <p:cNvSpPr/>
          <p:nvPr/>
        </p:nvSpPr>
        <p:spPr>
          <a:xfrm>
            <a:off x="9341967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15"/>
          <p:cNvSpPr/>
          <p:nvPr/>
        </p:nvSpPr>
        <p:spPr>
          <a:xfrm>
            <a:off x="9341967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15"/>
          <p:cNvSpPr/>
          <p:nvPr/>
        </p:nvSpPr>
        <p:spPr>
          <a:xfrm>
            <a:off x="8198967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נרשמים בדקה</a:t>
            </a:r>
            <a:endParaRPr lang="en-US" sz="1700" dirty="0"/>
          </a:p>
        </p:txBody>
      </p:sp>
      <p:sp>
        <p:nvSpPr>
          <p:cNvPr id="8" name="Text 16"/>
          <p:cNvSpPr/>
          <p:nvPr/>
        </p:nvSpPr>
        <p:spPr>
          <a:xfrm>
            <a:off x="8290407" y="36118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פותחים חשבון בחינם, בלי כרטיס אשראי ובלי התקנה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4449927" y="1737360"/>
            <a:ext cx="3291840" cy="283464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10" name="Shape 10"/>
          <p:cNvSpPr/>
          <p:nvPr/>
        </p:nvSpPr>
        <p:spPr>
          <a:xfrm>
            <a:off x="5730087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11"/>
          <p:cNvSpPr/>
          <p:nvPr/>
        </p:nvSpPr>
        <p:spPr>
          <a:xfrm>
            <a:off x="5730087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1"/>
          <p:cNvSpPr/>
          <p:nvPr/>
        </p:nvSpPr>
        <p:spPr>
          <a:xfrm>
            <a:off x="4587087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מחברים את הנתונים</a:t>
            </a:r>
            <a:endParaRPr lang="en-US" sz="1700" dirty="0"/>
          </a:p>
        </p:txBody>
      </p:sp>
      <p:sp>
        <p:nvSpPr>
          <p:cNvPr id="13" name="Text 12"/>
          <p:cNvSpPr/>
          <p:nvPr/>
        </p:nvSpPr>
        <p:spPr>
          <a:xfrm>
            <a:off x="4678527" y="36118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מייבאים לקוחות, משימות ומסמכים בלחיצה אחת</a:t>
            </a:r>
            <a:endParaRPr lang="en-US" sz="1300" dirty="0"/>
          </a:p>
        </p:txBody>
      </p:sp>
      <p:sp>
        <p:nvSpPr>
          <p:cNvPr id="14" name="Shape 5"/>
          <p:cNvSpPr/>
          <p:nvPr/>
        </p:nvSpPr>
        <p:spPr>
          <a:xfrm>
            <a:off x="838047" y="1737360"/>
            <a:ext cx="3291840" cy="283464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15" name="Shape 6"/>
          <p:cNvSpPr/>
          <p:nvPr/>
        </p:nvSpPr>
        <p:spPr>
          <a:xfrm>
            <a:off x="2118207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7"/>
          <p:cNvSpPr/>
          <p:nvPr/>
        </p:nvSpPr>
        <p:spPr>
          <a:xfrm>
            <a:off x="2118207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7"/>
          <p:cNvSpPr/>
          <p:nvPr/>
        </p:nvSpPr>
        <p:spPr>
          <a:xfrm>
            <a:off x="975207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מתחילים לחסוך זמן</a:t>
            </a:r>
            <a:endParaRPr lang="en-US" sz="1700" dirty="0"/>
          </a:p>
        </p:txBody>
      </p:sp>
      <p:sp>
        <p:nvSpPr>
          <p:cNvPr id="18" name="Text 8"/>
          <p:cNvSpPr/>
          <p:nvPr/>
        </p:nvSpPr>
        <p:spPr>
          <a:xfrm>
            <a:off x="1066647" y="36118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המערכת מטפלת בעבודה השוטפת, ואתם מתפנים לעסק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הלקוחות אומרים</a:t>
            </a:r>
            <a:endParaRPr lang="en-US" sz="3200" dirty="0"/>
          </a:p>
        </p:txBody>
      </p:sp>
      <p:sp>
        <p:nvSpPr>
          <p:cNvPr id="4" name="Shape 13"/>
          <p:cNvSpPr/>
          <p:nvPr/>
        </p:nvSpPr>
        <p:spPr>
          <a:xfrm>
            <a:off x="8061807" y="1737360"/>
            <a:ext cx="3291840" cy="333756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5" name="Shape 14"/>
          <p:cNvSpPr/>
          <p:nvPr/>
        </p:nvSpPr>
        <p:spPr>
          <a:xfrm>
            <a:off x="9341967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15"/>
          <p:cNvSpPr/>
          <p:nvPr/>
        </p:nvSpPr>
        <p:spPr>
          <a:xfrm>
            <a:off x="9341967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3000" dirty="0"/>
          </a:p>
        </p:txBody>
      </p:sp>
      <p:sp>
        <p:nvSpPr>
          <p:cNvPr id="7" name="Text 16"/>
          <p:cNvSpPr/>
          <p:nvPr/>
        </p:nvSpPr>
        <p:spPr>
          <a:xfrm>
            <a:off x="8290407" y="29718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50" dirty="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"חסכנו שעות עבודה כבר מהשבוע הראשון. היום אנחנו לא מבינים איך הסתדרנו בלי זה."</a:t>
            </a:r>
            <a:endParaRPr lang="en-US" sz="1450" dirty="0"/>
          </a:p>
        </p:txBody>
      </p:sp>
      <p:sp>
        <p:nvSpPr>
          <p:cNvPr id="8" name="Text 15"/>
          <p:cNvSpPr/>
          <p:nvPr/>
        </p:nvSpPr>
        <p:spPr>
          <a:xfrm>
            <a:off x="8198967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מלא</a:t>
            </a:r>
            <a:endParaRPr lang="en-US" sz="1400" dirty="0"/>
          </a:p>
        </p:txBody>
      </p:sp>
      <p:sp>
        <p:nvSpPr>
          <p:cNvPr id="9" name="Text 15"/>
          <p:cNvSpPr/>
          <p:nvPr/>
        </p:nvSpPr>
        <p:spPr>
          <a:xfrm>
            <a:off x="8198967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בעלים, שם העסק</a:t>
            </a:r>
            <a:endParaRPr lang="en-US" sz="1150" dirty="0"/>
          </a:p>
        </p:txBody>
      </p:sp>
      <p:sp>
        <p:nvSpPr>
          <p:cNvPr id="10" name="Shape 9"/>
          <p:cNvSpPr/>
          <p:nvPr/>
        </p:nvSpPr>
        <p:spPr>
          <a:xfrm>
            <a:off x="4449927" y="1737360"/>
            <a:ext cx="3291840" cy="333756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11" name="Shape 10"/>
          <p:cNvSpPr/>
          <p:nvPr/>
        </p:nvSpPr>
        <p:spPr>
          <a:xfrm>
            <a:off x="5730087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1"/>
          <p:cNvSpPr/>
          <p:nvPr/>
        </p:nvSpPr>
        <p:spPr>
          <a:xfrm>
            <a:off x="5730087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3000" dirty="0"/>
          </a:p>
        </p:txBody>
      </p:sp>
      <p:sp>
        <p:nvSpPr>
          <p:cNvPr id="13" name="Text 12"/>
          <p:cNvSpPr/>
          <p:nvPr/>
        </p:nvSpPr>
        <p:spPr>
          <a:xfrm>
            <a:off x="4678527" y="29718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50" dirty="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"ההטמעה הייתה פשוטה, והתמיכה עונה מהר ובאמת עוזרת. ממליצים בחום."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87087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מלא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87087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מנהלת תפעול, שם החברה</a:t>
            </a:r>
            <a:endParaRPr lang="en-US" sz="1150" dirty="0"/>
          </a:p>
        </p:txBody>
      </p:sp>
      <p:sp>
        <p:nvSpPr>
          <p:cNvPr id="16" name="Shape 5"/>
          <p:cNvSpPr/>
          <p:nvPr/>
        </p:nvSpPr>
        <p:spPr>
          <a:xfrm>
            <a:off x="838047" y="1737360"/>
            <a:ext cx="3291840" cy="3337560"/>
          </a:xfrm>
          <a:prstGeom prst="roundRect">
            <a:avLst>
              <a:gd name="adj" fmla="val 2807"/>
            </a:avLst>
          </a:prstGeom>
          <a:solidFill>
            <a:srgbClr val="E8EEFC"/>
          </a:solidFill>
          <a:ln/>
        </p:spPr>
      </p:sp>
      <p:sp>
        <p:nvSpPr>
          <p:cNvPr id="17" name="Shape 6"/>
          <p:cNvSpPr/>
          <p:nvPr/>
        </p:nvSpPr>
        <p:spPr>
          <a:xfrm>
            <a:off x="2118207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7"/>
          <p:cNvSpPr/>
          <p:nvPr/>
        </p:nvSpPr>
        <p:spPr>
          <a:xfrm>
            <a:off x="2118207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3000" dirty="0"/>
          </a:p>
        </p:txBody>
      </p:sp>
      <p:sp>
        <p:nvSpPr>
          <p:cNvPr id="19" name="Text 8"/>
          <p:cNvSpPr/>
          <p:nvPr/>
        </p:nvSpPr>
        <p:spPr>
          <a:xfrm>
            <a:off x="1066647" y="29718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50" dirty="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"סוף סוף כל הנתונים במקום אחד, ואנחנו מקבלים החלטות מהר יותר."</a:t>
            </a:r>
            <a:endParaRPr lang="en-US" sz="1450" dirty="0"/>
          </a:p>
        </p:txBody>
      </p:sp>
      <p:sp>
        <p:nvSpPr>
          <p:cNvPr id="20" name="Text 7"/>
          <p:cNvSpPr/>
          <p:nvPr/>
        </p:nvSpPr>
        <p:spPr>
          <a:xfrm>
            <a:off x="975207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מלא</a:t>
            </a:r>
            <a:endParaRPr lang="en-US" sz="1400" dirty="0"/>
          </a:p>
        </p:txBody>
      </p:sp>
      <p:sp>
        <p:nvSpPr>
          <p:cNvPr id="21" name="Text 7"/>
          <p:cNvSpPr/>
          <p:nvPr/>
        </p:nvSpPr>
        <p:spPr>
          <a:xfrm>
            <a:off x="975207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מייסד, שם הסטודיו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2026-08-21T13:54:40Z</dcterms:created>
  <dcterms:modified xsi:type="dcterms:W3CDTF">2026-08-21T13:54:40Z</dcterms:modified>
</cp:coreProperties>
</file>