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754880"/>
            <a:ext cx="3657600" cy="365760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9144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6060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שם המוצר שלך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הפתרון שהלקוחות שלך חיכו לו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תבנית הצגת מוצר — ניתנת להתאמה מלאה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הבעיה שאנחנו פותרים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עסקים רבים מתמודדים עם תהליך מסורבל, איטי ויקר — ומאבדים זמן יקר על משימות שיכולות להיות פשוטות. המוצר שלנו נבנה כדי לפתור בדיוק את זה.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675120" y="1463040"/>
            <a:ext cx="4846320" cy="3840480"/>
          </a:xfrm>
          <a:prstGeom prst="roundRect">
            <a:avLst>
              <a:gd name="adj" fmla="val 1905"/>
            </a:avLst>
          </a:prstGeom>
          <a:solidFill>
            <a:srgbClr val="E8EEF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2377440"/>
            <a:ext cx="1188720" cy="1188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675120" y="37490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</a:rPr>
              <a:t>+3 שעות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675120" y="4343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נחסכות בממוצע ליום עבודה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התכונות המרכזיות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2606040" cy="3657600"/>
          </a:xfrm>
          <a:prstGeom prst="roundRect">
            <a:avLst>
              <a:gd name="adj" fmla="val 2807"/>
            </a:avLst>
          </a:prstGeom>
          <a:solidFill>
            <a:srgbClr val="E8EEFC"/>
          </a:solidFill>
          <a:ln/>
        </p:spPr>
      </p:sp>
      <p:sp>
        <p:nvSpPr>
          <p:cNvPr id="4" name="Shape 2"/>
          <p:cNvSpPr/>
          <p:nvPr/>
        </p:nvSpPr>
        <p:spPr>
          <a:xfrm>
            <a:off x="1577340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3644" y="2249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פשוט לשימוש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361188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ממשק אינטואיטיבי שלא דורש הדרכה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520440" y="1737360"/>
            <a:ext cx="2606040" cy="3657600"/>
          </a:xfrm>
          <a:prstGeom prst="roundRect">
            <a:avLst>
              <a:gd name="adj" fmla="val 2807"/>
            </a:avLst>
          </a:prstGeom>
          <a:solidFill>
            <a:srgbClr val="E8EEFC"/>
          </a:solidFill>
          <a:ln/>
        </p:spPr>
      </p:sp>
      <p:sp>
        <p:nvSpPr>
          <p:cNvPr id="9" name="Shape 6"/>
          <p:cNvSpPr/>
          <p:nvPr/>
        </p:nvSpPr>
        <p:spPr>
          <a:xfrm>
            <a:off x="4457700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004" y="224942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57600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מבוסס נתונים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3703320" y="361188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דוחות וניתוחים בזמן אמת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00800" y="1737360"/>
            <a:ext cx="2606040" cy="3657600"/>
          </a:xfrm>
          <a:prstGeom prst="roundRect">
            <a:avLst>
              <a:gd name="adj" fmla="val 2807"/>
            </a:avLst>
          </a:prstGeom>
          <a:solidFill>
            <a:srgbClr val="E8EEFC"/>
          </a:solidFill>
          <a:ln/>
        </p:spPr>
      </p:sp>
      <p:sp>
        <p:nvSpPr>
          <p:cNvPr id="14" name="Shape 10"/>
          <p:cNvSpPr/>
          <p:nvPr/>
        </p:nvSpPr>
        <p:spPr>
          <a:xfrm>
            <a:off x="7338060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364" y="224942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537960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אמין ובטוח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6583680" y="361188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גיבוי אוטומטי והצפנה מלאה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9281160" y="1737360"/>
            <a:ext cx="2606040" cy="3657600"/>
          </a:xfrm>
          <a:prstGeom prst="roundRect">
            <a:avLst>
              <a:gd name="adj" fmla="val 2807"/>
            </a:avLst>
          </a:prstGeom>
          <a:solidFill>
            <a:srgbClr val="E8EEFC"/>
          </a:solidFill>
          <a:ln/>
        </p:spPr>
      </p:sp>
      <p:sp>
        <p:nvSpPr>
          <p:cNvPr id="19" name="Shape 14"/>
          <p:cNvSpPr/>
          <p:nvPr/>
        </p:nvSpPr>
        <p:spPr>
          <a:xfrm>
            <a:off x="10218420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4724" y="2249424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418320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מותאם אישית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9464040" y="361188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מתאים בדיוק לתהליך העבודה שלכם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תמחור פשוט וברור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73836" y="1737360"/>
            <a:ext cx="3200400" cy="4023360"/>
          </a:xfrm>
          <a:prstGeom prst="roundRect">
            <a:avLst>
              <a:gd name="adj" fmla="val 2286"/>
            </a:avLst>
          </a:prstGeom>
          <a:solidFill>
            <a:srgbClr val="E8EEFC"/>
          </a:solidFill>
          <a:ln/>
        </p:spPr>
      </p:sp>
      <p:sp>
        <p:nvSpPr>
          <p:cNvPr id="4" name="Text 2"/>
          <p:cNvSpPr/>
          <p:nvPr/>
        </p:nvSpPr>
        <p:spPr>
          <a:xfrm>
            <a:off x="973836" y="2011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בסיסי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73836" y="24231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</a:rPr>
              <a:t>₪49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73836" y="3017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לחודש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93876" y="3566160"/>
            <a:ext cx="25603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תכונה עיקרית 1</a:t>
            </a:r>
            <a:endParaRPr lang="en-US" sz="1150" dirty="0"/>
          </a:p>
          <a:p>
            <a:pPr algn="r" marL="342900" indent="-342900"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תכונה עיקרית 2</a:t>
            </a:r>
            <a:endParaRPr lang="en-US" sz="1150" dirty="0"/>
          </a:p>
          <a:p>
            <a:pPr algn="r" marL="342900" indent="-342900"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תמיכה במייל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94276" y="1737360"/>
            <a:ext cx="3200400" cy="4023360"/>
          </a:xfrm>
          <a:prstGeom prst="roundRect">
            <a:avLst>
              <a:gd name="adj" fmla="val 2286"/>
            </a:avLst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4494276" y="2011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מקצועי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94276" y="24231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₪99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494276" y="3017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לחודש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14316" y="3566160"/>
            <a:ext cx="25603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מה שבבסיסי</a:t>
            </a:r>
            <a:endParaRPr lang="en-US" sz="1150" dirty="0"/>
          </a:p>
          <a:p>
            <a:pPr algn="r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תכונה מתקדמת</a:t>
            </a:r>
            <a:endParaRPr lang="en-US" sz="1150" dirty="0"/>
          </a:p>
          <a:p>
            <a:pPr algn="r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תמיכה בצ'אט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14716" y="1737360"/>
            <a:ext cx="3200400" cy="4023360"/>
          </a:xfrm>
          <a:prstGeom prst="roundRect">
            <a:avLst>
              <a:gd name="adj" fmla="val 2286"/>
            </a:avLst>
          </a:prstGeom>
          <a:solidFill>
            <a:srgbClr val="E8EEFC"/>
          </a:solidFill>
          <a:ln/>
        </p:spPr>
      </p:sp>
      <p:sp>
        <p:nvSpPr>
          <p:cNvPr id="14" name="Text 12"/>
          <p:cNvSpPr/>
          <p:nvPr/>
        </p:nvSpPr>
        <p:spPr>
          <a:xfrm>
            <a:off x="8014716" y="2011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עסקי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14716" y="24231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</a:rPr>
              <a:t>₪199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014716" y="3017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לחודש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34756" y="3566160"/>
            <a:ext cx="25603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מה שבמקצועי</a:t>
            </a:r>
            <a:endParaRPr lang="en-US" sz="1150" dirty="0"/>
          </a:p>
          <a:p>
            <a:pPr algn="r" marL="342900" indent="-342900"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משתמשים ללא הגבלה</a:t>
            </a:r>
            <a:endParaRPr lang="en-US" sz="1150" dirty="0"/>
          </a:p>
          <a:p>
            <a:pPr algn="r" marL="342900" indent="-342900"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תמיכה 24/7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מוכנים להתחיל?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2148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דברו איתנו עוד היום — ההתחלה תמיד בחינם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1468" y="3657600"/>
            <a:ext cx="402336" cy="402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39596" y="4206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050-1234567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308" y="3657600"/>
            <a:ext cx="402336" cy="40233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31436" y="4206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info@yourproduct.co.il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5148" y="3657600"/>
            <a:ext cx="402336" cy="40233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923276" y="4206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www.yourproduct.co.il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2026-08-21T13:54:40Z</dcterms:created>
  <dcterms:modified xsi:type="dcterms:W3CDTF">2026-08-21T13:54:40Z</dcterms:modified>
</cp:coreProperties>
</file>